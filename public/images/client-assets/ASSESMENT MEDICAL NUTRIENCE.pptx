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6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72480-0025-FB2C-C009-7DD90A40C918}" v="70" dt="2026-06-04T03:47:59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nisius Wisnu Indarto" userId="S::dionisius.indarto@gof.co.id::e140eba6-b35f-4e2e-a64d-71ffa7e3159d" providerId="AD" clId="Web-{7BB72480-0025-FB2C-C009-7DD90A40C918}"/>
    <pc:docChg chg="modSld">
      <pc:chgData name="Dionisius Wisnu Indarto" userId="S::dionisius.indarto@gof.co.id::e140eba6-b35f-4e2e-a64d-71ffa7e3159d" providerId="AD" clId="Web-{7BB72480-0025-FB2C-C009-7DD90A40C918}" dt="2026-06-04T03:47:56.986" v="66" actId="20577"/>
      <pc:docMkLst>
        <pc:docMk/>
      </pc:docMkLst>
      <pc:sldChg chg="modSp">
        <pc:chgData name="Dionisius Wisnu Indarto" userId="S::dionisius.indarto@gof.co.id::e140eba6-b35f-4e2e-a64d-71ffa7e3159d" providerId="AD" clId="Web-{7BB72480-0025-FB2C-C009-7DD90A40C918}" dt="2026-06-04T03:47:56.986" v="66" actId="20577"/>
        <pc:sldMkLst>
          <pc:docMk/>
          <pc:sldMk cId="3550696597" sldId="258"/>
        </pc:sldMkLst>
        <pc:spChg chg="mod">
          <ac:chgData name="Dionisius Wisnu Indarto" userId="S::dionisius.indarto@gof.co.id::e140eba6-b35f-4e2e-a64d-71ffa7e3159d" providerId="AD" clId="Web-{7BB72480-0025-FB2C-C009-7DD90A40C918}" dt="2026-06-04T03:47:56.986" v="66" actId="20577"/>
          <ac:spMkLst>
            <pc:docMk/>
            <pc:sldMk cId="3550696597" sldId="258"/>
            <ac:spMk id="2" creationId="{7A1D738C-DBBB-D1E3-6D8C-1CA79D8EE110}"/>
          </ac:spMkLst>
        </pc:spChg>
      </pc:sldChg>
      <pc:sldChg chg="modSp">
        <pc:chgData name="Dionisius Wisnu Indarto" userId="S::dionisius.indarto@gof.co.id::e140eba6-b35f-4e2e-a64d-71ffa7e3159d" providerId="AD" clId="Web-{7BB72480-0025-FB2C-C009-7DD90A40C918}" dt="2026-06-04T03:47:52.548" v="61" actId="20577"/>
        <pc:sldMkLst>
          <pc:docMk/>
          <pc:sldMk cId="2116525992" sldId="259"/>
        </pc:sldMkLst>
        <pc:spChg chg="mod">
          <ac:chgData name="Dionisius Wisnu Indarto" userId="S::dionisius.indarto@gof.co.id::e140eba6-b35f-4e2e-a64d-71ffa7e3159d" providerId="AD" clId="Web-{7BB72480-0025-FB2C-C009-7DD90A40C918}" dt="2026-06-04T03:47:37.017" v="46" actId="14100"/>
          <ac:spMkLst>
            <pc:docMk/>
            <pc:sldMk cId="2116525992" sldId="259"/>
            <ac:spMk id="2" creationId="{D517B82C-5AEF-1B53-5C84-322D3A942F26}"/>
          </ac:spMkLst>
        </pc:spChg>
        <pc:spChg chg="mod">
          <ac:chgData name="Dionisius Wisnu Indarto" userId="S::dionisius.indarto@gof.co.id::e140eba6-b35f-4e2e-a64d-71ffa7e3159d" providerId="AD" clId="Web-{7BB72480-0025-FB2C-C009-7DD90A40C918}" dt="2026-06-04T03:47:52.548" v="61" actId="20577"/>
          <ac:spMkLst>
            <pc:docMk/>
            <pc:sldMk cId="2116525992" sldId="259"/>
            <ac:spMk id="9" creationId="{5EF5BF6F-0F79-45B0-5798-C86142321212}"/>
          </ac:spMkLst>
        </pc:spChg>
      </pc:sldChg>
      <pc:sldChg chg="modSp">
        <pc:chgData name="Dionisius Wisnu Indarto" userId="S::dionisius.indarto@gof.co.id::e140eba6-b35f-4e2e-a64d-71ffa7e3159d" providerId="AD" clId="Web-{7BB72480-0025-FB2C-C009-7DD90A40C918}" dt="2026-06-04T03:47:31.017" v="45" actId="14100"/>
        <pc:sldMkLst>
          <pc:docMk/>
          <pc:sldMk cId="3871689759" sldId="260"/>
        </pc:sldMkLst>
        <pc:spChg chg="mod">
          <ac:chgData name="Dionisius Wisnu Indarto" userId="S::dionisius.indarto@gof.co.id::e140eba6-b35f-4e2e-a64d-71ffa7e3159d" providerId="AD" clId="Web-{7BB72480-0025-FB2C-C009-7DD90A40C918}" dt="2026-06-04T03:47:31.017" v="45" actId="14100"/>
          <ac:spMkLst>
            <pc:docMk/>
            <pc:sldMk cId="3871689759" sldId="260"/>
            <ac:spMk id="2" creationId="{C7BC7C66-AD72-BCE3-564E-3F83A414B2D9}"/>
          </ac:spMkLst>
        </pc:spChg>
      </pc:sldChg>
      <pc:sldChg chg="modSp">
        <pc:chgData name="Dionisius Wisnu Indarto" userId="S::dionisius.indarto@gof.co.id::e140eba6-b35f-4e2e-a64d-71ffa7e3159d" providerId="AD" clId="Web-{7BB72480-0025-FB2C-C009-7DD90A40C918}" dt="2026-06-04T03:47:14.313" v="20" actId="20577"/>
        <pc:sldMkLst>
          <pc:docMk/>
          <pc:sldMk cId="392636221" sldId="261"/>
        </pc:sldMkLst>
        <pc:spChg chg="mod">
          <ac:chgData name="Dionisius Wisnu Indarto" userId="S::dionisius.indarto@gof.co.id::e140eba6-b35f-4e2e-a64d-71ffa7e3159d" providerId="AD" clId="Web-{7BB72480-0025-FB2C-C009-7DD90A40C918}" dt="2026-06-04T03:47:14.313" v="20" actId="20577"/>
          <ac:spMkLst>
            <pc:docMk/>
            <pc:sldMk cId="392636221" sldId="261"/>
            <ac:spMk id="2" creationId="{2BB93DCA-FCFB-C63D-ADF6-04CE33DB1B6A}"/>
          </ac:spMkLst>
        </pc:spChg>
      </pc:sldChg>
      <pc:sldChg chg="modSp">
        <pc:chgData name="Dionisius Wisnu Indarto" userId="S::dionisius.indarto@gof.co.id::e140eba6-b35f-4e2e-a64d-71ffa7e3159d" providerId="AD" clId="Web-{7BB72480-0025-FB2C-C009-7DD90A40C918}" dt="2026-06-04T03:47:06.250" v="14" actId="20577"/>
        <pc:sldMkLst>
          <pc:docMk/>
          <pc:sldMk cId="2968884195" sldId="262"/>
        </pc:sldMkLst>
        <pc:spChg chg="mod">
          <ac:chgData name="Dionisius Wisnu Indarto" userId="S::dionisius.indarto@gof.co.id::e140eba6-b35f-4e2e-a64d-71ffa7e3159d" providerId="AD" clId="Web-{7BB72480-0025-FB2C-C009-7DD90A40C918}" dt="2026-06-04T03:47:06.250" v="14" actId="20577"/>
          <ac:spMkLst>
            <pc:docMk/>
            <pc:sldMk cId="2968884195" sldId="262"/>
            <ac:spMk id="2" creationId="{58A615FA-80A8-D717-961A-AAA31425794E}"/>
          </ac:spMkLst>
        </pc:spChg>
      </pc:sldChg>
      <pc:sldChg chg="modSp">
        <pc:chgData name="Dionisius Wisnu Indarto" userId="S::dionisius.indarto@gof.co.id::e140eba6-b35f-4e2e-a64d-71ffa7e3159d" providerId="AD" clId="Web-{7BB72480-0025-FB2C-C009-7DD90A40C918}" dt="2026-06-04T03:46:57.422" v="7" actId="14100"/>
        <pc:sldMkLst>
          <pc:docMk/>
          <pc:sldMk cId="540455421" sldId="265"/>
        </pc:sldMkLst>
        <pc:spChg chg="mod">
          <ac:chgData name="Dionisius Wisnu Indarto" userId="S::dionisius.indarto@gof.co.id::e140eba6-b35f-4e2e-a64d-71ffa7e3159d" providerId="AD" clId="Web-{7BB72480-0025-FB2C-C009-7DD90A40C918}" dt="2026-06-04T03:46:57.422" v="7" actId="14100"/>
          <ac:spMkLst>
            <pc:docMk/>
            <pc:sldMk cId="540455421" sldId="265"/>
            <ac:spMk id="2" creationId="{DFD4CDC0-2863-9A01-DBCA-0D165AC10F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B3629-BD5E-2C0F-F683-2452C11DB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A906F-B37D-9200-B524-9B702CAC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11915-9E74-651F-E9FF-651769B1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F8C14-14FB-3C70-E8D3-A210B394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E81A6-0434-85B1-3033-6ADE301B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127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24D9-879D-21BC-F596-E23CC19F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5F5C0-7168-BCF9-B3B8-29B029CC5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9D96D-5D7D-E0C2-1E9A-8E6CEDB0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9B7A0-9EFC-4A5B-F113-B09B517B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B94F-B4F9-E80F-B67F-66FAED01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350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092B-9E8C-CBE4-F94A-DE9AE266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744B6-278D-F7BB-A548-0C842E83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C8C44-0B54-92FD-0383-321EDE05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D5335-6D78-E524-5DDE-5B404B00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B0D52-3C5C-9829-BC60-E3BE05F2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111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E483-E8AC-F82A-17A2-36F45BDE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5F7BF-31D7-D7EF-611D-319385AAD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26DB7-AE69-D28C-C0D1-EBDD3FAE7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0B7C-6145-43CB-104A-F8C7AC14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145FD-0275-2B03-29F5-7CF31907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FB806-7739-B917-B053-720EAEBC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469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EAFC-90F6-08DE-97AB-D333FCEA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C2011-548A-6AEE-8122-56BA8D2B4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CFE71-3B3E-2BB0-170B-7AAFFBA09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86D5B-44B3-91F0-F278-6339081C8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DE300-CCED-0BDB-8BF3-0E0015341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1AB69-8C3E-A8E9-5BD6-099C5CDB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48ACB-B78C-8C33-D142-DCF58D636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D6182-F4FD-3690-41C8-B4682B6A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41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6103-7A55-17A0-3738-62F34C5F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8216D-AFF8-3514-DBD8-4B3C4D58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0516A-131C-3F6A-29E7-F4578D51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824A3-739D-E69F-C330-DDF26C4B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310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AB94D-6BEB-CF45-ED20-5BBAFCF2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DEF1E-C1FE-8029-116A-5E2A20C7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E14D9-6CB5-497A-D883-88EDF6C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977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8CED-3322-EBA6-2E58-8BDF5A6F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5884B-10F4-7F22-BC91-758A9CAD2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20E92-ADC9-EC71-63D9-A4E5ACC49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F9523-52D8-F0DD-2F1B-84AD0713D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9EFF3-7448-67C0-1BD8-87979A74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C2B2B-6FD9-6295-15A3-22546310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946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A586-DDDD-9CD0-326F-A60FCCA5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4F240-C0E8-1B3C-9B85-2AD435EB6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9AA4E-5F8A-937E-43A0-0695CB254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C2F54-3101-46E0-67C8-42349E48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6A0BD-D81F-28F5-44F8-8A3E8898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6E8F5-C68E-ABE1-793E-9200093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88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19A5-A521-3807-44BE-85234D85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37E45-B4ED-2AFE-880B-6AE48C219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78164-250B-CD38-96A6-1DD38C45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EFC95-8C95-479F-4E50-E7231C1F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C532-A9B1-6FBC-F3CB-B71A7A10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322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28A835-240F-FC39-41D1-B94BB1D05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40B49-83A7-8C4F-7512-DA95E22FB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8440-1E33-07DF-6194-D0225B61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A0293-248E-1919-B68F-758CA80F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AD1D-99DA-FD4D-7552-D704C75B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120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4E6AF-0F0F-690C-858F-A29E0329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00587-126C-9465-5B2B-093DBDF1D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C69D6-0E53-93F5-E6AE-0BACE19DE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1D556-6B95-462F-B6C0-BA25F5EE7C47}" type="datetimeFigureOut">
              <a:rPr lang="en-ID" smtClean="0"/>
              <a:t>03/06/2026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0102-88CC-8944-216F-B77B8399B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7037-0294-16BE-E8BA-4E8107608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CE19F-446B-4F79-B0D3-C763524A07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975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8841-D8B2-2DB4-1151-01752749C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4920"/>
            <a:ext cx="9144000" cy="1788160"/>
          </a:xfrm>
        </p:spPr>
        <p:txBody>
          <a:bodyPr/>
          <a:lstStyle/>
          <a:p>
            <a:r>
              <a:rPr lang="en-US" b="1" dirty="0"/>
              <a:t>ASSESMENT MEDICAL NUTRIENCE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14781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EDE0-CD67-E1B6-23C2-44671863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F6F2-5FD8-68ED-83B5-32AB70FB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28" y="591502"/>
            <a:ext cx="10515600" cy="816673"/>
          </a:xfrm>
        </p:spPr>
        <p:txBody>
          <a:bodyPr>
            <a:normAutofit/>
          </a:bodyPr>
          <a:lstStyle/>
          <a:p>
            <a:r>
              <a:rPr lang="en-US" b="1" dirty="0"/>
              <a:t>Hero Section &gt; Interactive Input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280A-093C-D74A-7713-CBBBFF7F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28" y="1779905"/>
            <a:ext cx="10829544" cy="4218559"/>
          </a:xfrm>
        </p:spPr>
        <p:txBody>
          <a:bodyPr>
            <a:normAutofit fontScale="92500" lnSpcReduction="20000"/>
          </a:bodyPr>
          <a:lstStyle/>
          <a:p>
            <a:r>
              <a:rPr lang="en-ID" dirty="0"/>
              <a:t>Dropdown / search:</a:t>
            </a:r>
          </a:p>
          <a:p>
            <a:r>
              <a:rPr lang="en-ID" dirty="0"/>
              <a:t>Stroke</a:t>
            </a:r>
          </a:p>
          <a:p>
            <a:r>
              <a:rPr lang="en-ID" dirty="0"/>
              <a:t>Alzheimer</a:t>
            </a:r>
          </a:p>
          <a:p>
            <a:r>
              <a:rPr lang="en-ID" dirty="0" err="1"/>
              <a:t>Ginjal</a:t>
            </a:r>
            <a:endParaRPr lang="en-ID" dirty="0"/>
          </a:p>
          <a:p>
            <a:r>
              <a:rPr lang="en-ID" dirty="0"/>
              <a:t>Hati</a:t>
            </a:r>
            <a:endParaRPr lang="en-ID" dirty="0">
              <a:sym typeface="Wingdings" panose="05000000000000000000" pitchFamily="2" charset="2"/>
            </a:endParaRPr>
          </a:p>
          <a:p>
            <a:r>
              <a:rPr lang="en-ID" dirty="0" err="1"/>
              <a:t>Pencernaan</a:t>
            </a:r>
            <a:r>
              <a:rPr lang="en-ID" dirty="0"/>
              <a:t> </a:t>
            </a:r>
          </a:p>
          <a:p>
            <a:r>
              <a:rPr lang="en-US" dirty="0"/>
              <a:t>Jaga Kesehatan</a:t>
            </a:r>
            <a:endParaRPr lang="en-ID" dirty="0"/>
          </a:p>
          <a:p>
            <a:r>
              <a:rPr lang="en-ID" dirty="0" err="1"/>
              <a:t>Pernapasan</a:t>
            </a:r>
            <a:r>
              <a:rPr lang="en-ID" dirty="0"/>
              <a:t> </a:t>
            </a:r>
          </a:p>
          <a:p>
            <a:r>
              <a:rPr lang="en-ID" dirty="0"/>
              <a:t>Anak / </a:t>
            </a:r>
            <a:r>
              <a:rPr lang="en-ID" dirty="0" err="1"/>
              <a:t>Tumbuh</a:t>
            </a:r>
            <a:r>
              <a:rPr lang="en-ID" dirty="0"/>
              <a:t> Kembang </a:t>
            </a:r>
          </a:p>
          <a:p>
            <a:r>
              <a:rPr lang="en-ID" dirty="0"/>
              <a:t>Recovery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operasi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8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47FF-5769-DD52-32B1-31A496B9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28" y="591502"/>
            <a:ext cx="10515600" cy="816673"/>
          </a:xfrm>
        </p:spPr>
        <p:txBody>
          <a:bodyPr>
            <a:normAutofit/>
          </a:bodyPr>
          <a:lstStyle/>
          <a:p>
            <a:r>
              <a:rPr lang="en-US" b="1" dirty="0"/>
              <a:t>Hero Section &gt; Interactive Input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98461-7046-8100-583A-B249790F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28" y="1779905"/>
            <a:ext cx="10829544" cy="4351338"/>
          </a:xfrm>
        </p:spPr>
        <p:txBody>
          <a:bodyPr>
            <a:normAutofit fontScale="77500" lnSpcReduction="20000"/>
          </a:bodyPr>
          <a:lstStyle/>
          <a:p>
            <a:r>
              <a:rPr lang="en-ID" dirty="0"/>
              <a:t>Dropdown / search:</a:t>
            </a:r>
          </a:p>
          <a:p>
            <a:r>
              <a:rPr lang="en-ID" dirty="0"/>
              <a:t>Stroke --&gt; </a:t>
            </a:r>
            <a:r>
              <a:rPr lang="en-ID" dirty="0" err="1"/>
              <a:t>untuk</a:t>
            </a:r>
            <a:r>
              <a:rPr lang="en-ID" dirty="0"/>
              <a:t> susu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Peptibren</a:t>
            </a:r>
            <a:endParaRPr lang="en-ID" dirty="0"/>
          </a:p>
          <a:p>
            <a:r>
              <a:rPr lang="en-ID" dirty="0" err="1"/>
              <a:t>Ginjal</a:t>
            </a:r>
            <a:r>
              <a:rPr lang="en-ID" dirty="0"/>
              <a:t> </a:t>
            </a:r>
            <a:r>
              <a:rPr lang="en-ID" dirty="0" err="1"/>
              <a:t>Kronik</a:t>
            </a:r>
            <a:r>
              <a:rPr lang="en-ID" dirty="0"/>
              <a:t> </a:t>
            </a:r>
            <a:r>
              <a:rPr lang="en-ID" dirty="0" err="1"/>
              <a:t>Terapi</a:t>
            </a:r>
            <a:r>
              <a:rPr lang="en-ID" dirty="0"/>
              <a:t> </a:t>
            </a:r>
            <a:r>
              <a:rPr lang="en-ID" dirty="0" err="1"/>
              <a:t>Dialisis</a:t>
            </a:r>
            <a:r>
              <a:rPr lang="en-ID" dirty="0"/>
              <a:t> (</a:t>
            </a:r>
            <a:r>
              <a:rPr lang="en-ID" dirty="0" err="1"/>
              <a:t>untuk</a:t>
            </a:r>
            <a:r>
              <a:rPr lang="en-ID" dirty="0"/>
              <a:t> susu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Neprisol</a:t>
            </a:r>
            <a:r>
              <a:rPr lang="en-ID" dirty="0"/>
              <a:t>-D)</a:t>
            </a:r>
          </a:p>
          <a:p>
            <a:r>
              <a:rPr lang="en-ID" dirty="0" err="1"/>
              <a:t>Ginjal</a:t>
            </a:r>
            <a:r>
              <a:rPr lang="en-ID" dirty="0"/>
              <a:t> </a:t>
            </a:r>
            <a:r>
              <a:rPr lang="en-ID" dirty="0" err="1"/>
              <a:t>Kronik</a:t>
            </a:r>
            <a:r>
              <a:rPr lang="en-ID" dirty="0"/>
              <a:t> </a:t>
            </a:r>
            <a:r>
              <a:rPr lang="en-ID" dirty="0" err="1"/>
              <a:t>Pradialisis</a:t>
            </a:r>
            <a:r>
              <a:rPr lang="en-ID" dirty="0"/>
              <a:t> ( </a:t>
            </a:r>
            <a:r>
              <a:rPr lang="en-ID" dirty="0" err="1"/>
              <a:t>untuk</a:t>
            </a:r>
            <a:r>
              <a:rPr lang="en-ID" dirty="0"/>
              <a:t> susu </a:t>
            </a:r>
            <a:r>
              <a:rPr lang="en-ID" dirty="0" err="1"/>
              <a:t>produk</a:t>
            </a:r>
            <a:r>
              <a:rPr lang="en-ID" dirty="0"/>
              <a:t> Nephrisol)</a:t>
            </a:r>
          </a:p>
          <a:p>
            <a:r>
              <a:rPr lang="en-ID" dirty="0"/>
              <a:t>Hati </a:t>
            </a:r>
            <a:r>
              <a:rPr lang="en-ID" dirty="0">
                <a:sym typeface="Wingdings" panose="05000000000000000000" pitchFamily="2" charset="2"/>
              </a:rPr>
              <a:t>--&gt; </a:t>
            </a:r>
            <a:r>
              <a:rPr lang="en-ID" dirty="0" err="1">
                <a:sym typeface="Wingdings" panose="05000000000000000000" pitchFamily="2" charset="2"/>
              </a:rPr>
              <a:t>untuk</a:t>
            </a:r>
            <a:r>
              <a:rPr lang="en-ID" dirty="0">
                <a:sym typeface="Wingdings" panose="05000000000000000000" pitchFamily="2" charset="2"/>
              </a:rPr>
              <a:t> susu </a:t>
            </a:r>
            <a:r>
              <a:rPr lang="en-ID" dirty="0" err="1">
                <a:sym typeface="Wingdings" panose="05000000000000000000" pitchFamily="2" charset="2"/>
              </a:rPr>
              <a:t>produk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heaptosol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hati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kronik</a:t>
            </a:r>
            <a:endParaRPr lang="en-ID" dirty="0">
              <a:sym typeface="Wingdings" panose="05000000000000000000" pitchFamily="2" charset="2"/>
            </a:endParaRPr>
          </a:p>
          <a:p>
            <a:r>
              <a:rPr lang="en-ID" dirty="0">
                <a:sym typeface="Wingdings" panose="05000000000000000000" pitchFamily="2" charset="2"/>
              </a:rPr>
              <a:t>Hati --&gt; </a:t>
            </a:r>
            <a:r>
              <a:rPr lang="en-ID" dirty="0" err="1">
                <a:sym typeface="Wingdings" panose="05000000000000000000" pitchFamily="2" charset="2"/>
              </a:rPr>
              <a:t>untuk</a:t>
            </a:r>
            <a:r>
              <a:rPr lang="en-ID" dirty="0">
                <a:sym typeface="Wingdings" panose="05000000000000000000" pitchFamily="2" charset="2"/>
              </a:rPr>
              <a:t> susu </a:t>
            </a:r>
            <a:r>
              <a:rPr lang="en-ID" dirty="0" err="1">
                <a:sym typeface="Wingdings" panose="05000000000000000000" pitchFamily="2" charset="2"/>
              </a:rPr>
              <a:t>produk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hepatosol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lola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nutrisi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hati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kondisi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hati</a:t>
            </a:r>
            <a:r>
              <a:rPr lang="en-ID" dirty="0">
                <a:sym typeface="Wingdings" panose="05000000000000000000" pitchFamily="2" charset="2"/>
              </a:rPr>
              <a:t> yang </a:t>
            </a:r>
            <a:r>
              <a:rPr lang="en-ID" dirty="0" err="1">
                <a:sym typeface="Wingdings" panose="05000000000000000000" pitchFamily="2" charset="2"/>
              </a:rPr>
              <a:t>berat</a:t>
            </a:r>
            <a:endParaRPr lang="en-ID" dirty="0">
              <a:sym typeface="Wingdings" panose="05000000000000000000" pitchFamily="2" charset="2"/>
            </a:endParaRPr>
          </a:p>
          <a:p>
            <a:r>
              <a:rPr lang="en-ID" dirty="0" err="1"/>
              <a:t>Pencernaan</a:t>
            </a:r>
            <a:r>
              <a:rPr lang="en-ID" dirty="0"/>
              <a:t> --&gt; </a:t>
            </a:r>
            <a:r>
              <a:rPr lang="en-ID" dirty="0" err="1"/>
              <a:t>untuk</a:t>
            </a:r>
            <a:r>
              <a:rPr lang="en-ID" dirty="0"/>
              <a:t> susu </a:t>
            </a:r>
            <a:r>
              <a:rPr lang="en-ID" dirty="0" err="1"/>
              <a:t>produk</a:t>
            </a:r>
            <a:r>
              <a:rPr lang="en-ID" dirty="0"/>
              <a:t> Oligo</a:t>
            </a:r>
          </a:p>
          <a:p>
            <a:r>
              <a:rPr lang="fi-FI" dirty="0"/>
              <a:t>Menjaga kesehatan &amp; Daya tahan tubuh </a:t>
            </a:r>
            <a:r>
              <a:rPr lang="fi-FI" dirty="0">
                <a:sym typeface="Wingdings" panose="05000000000000000000" pitchFamily="2" charset="2"/>
              </a:rPr>
              <a:t>--&gt; untuk susu produk Entramix dan Entrasoy</a:t>
            </a:r>
            <a:endParaRPr lang="en-ID" dirty="0"/>
          </a:p>
          <a:p>
            <a:r>
              <a:rPr lang="en-ID" dirty="0" err="1"/>
              <a:t>Pernapasan</a:t>
            </a:r>
            <a:r>
              <a:rPr lang="en-ID" dirty="0"/>
              <a:t> </a:t>
            </a:r>
            <a:r>
              <a:rPr lang="en-ID" dirty="0">
                <a:sym typeface="Wingdings" panose="05000000000000000000" pitchFamily="2" charset="2"/>
              </a:rPr>
              <a:t>--&gt; </a:t>
            </a:r>
            <a:r>
              <a:rPr lang="en-ID" dirty="0" err="1">
                <a:sym typeface="Wingdings" panose="05000000000000000000" pitchFamily="2" charset="2"/>
              </a:rPr>
              <a:t>untuk</a:t>
            </a:r>
            <a:r>
              <a:rPr lang="en-ID" dirty="0">
                <a:sym typeface="Wingdings" panose="05000000000000000000" pitchFamily="2" charset="2"/>
              </a:rPr>
              <a:t> susu </a:t>
            </a:r>
            <a:r>
              <a:rPr lang="en-ID" dirty="0" err="1">
                <a:sym typeface="Wingdings" panose="05000000000000000000" pitchFamily="2" charset="2"/>
              </a:rPr>
              <a:t>produk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Pulmosol</a:t>
            </a:r>
            <a:endParaRPr lang="en-ID" dirty="0"/>
          </a:p>
          <a:p>
            <a:r>
              <a:rPr lang="en-ID" dirty="0"/>
              <a:t>Anak / </a:t>
            </a:r>
            <a:r>
              <a:rPr lang="en-ID" dirty="0" err="1"/>
              <a:t>Tumbuh</a:t>
            </a:r>
            <a:r>
              <a:rPr lang="en-ID" dirty="0"/>
              <a:t> Kembang --&gt; </a:t>
            </a:r>
            <a:r>
              <a:rPr lang="en-ID" dirty="0" err="1"/>
              <a:t>untuk</a:t>
            </a:r>
            <a:r>
              <a:rPr lang="en-ID" dirty="0"/>
              <a:t> susu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Entrakid</a:t>
            </a:r>
            <a:endParaRPr lang="en-ID" dirty="0"/>
          </a:p>
          <a:p>
            <a:r>
              <a:rPr lang="en-ID" dirty="0"/>
              <a:t>Recovery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--&gt; </a:t>
            </a:r>
            <a:r>
              <a:rPr lang="en-ID" dirty="0" err="1"/>
              <a:t>untuk</a:t>
            </a:r>
            <a:r>
              <a:rPr lang="en-ID" dirty="0"/>
              <a:t> susu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Peptisol</a:t>
            </a:r>
            <a:r>
              <a:rPr lang="en-ID" dirty="0"/>
              <a:t>, </a:t>
            </a:r>
            <a:r>
              <a:rPr lang="en-ID" dirty="0" err="1"/>
              <a:t>pasca</a:t>
            </a:r>
            <a:r>
              <a:rPr lang="en-ID" dirty="0"/>
              <a:t> </a:t>
            </a:r>
            <a:r>
              <a:rPr lang="en-ID" dirty="0" err="1"/>
              <a:t>pemulihan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sakit</a:t>
            </a: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8303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738C-DBBB-D1E3-6D8C-1CA79D8E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STROKE / ALZHEIMER &gt;&gt; </a:t>
            </a:r>
            <a:r>
              <a:rPr lang="en-ID" b="1" dirty="0" err="1"/>
              <a:t>peptibren</a:t>
            </a:r>
            <a:endParaRPr lang="en-ID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5E18B-E06E-157D-CE13-D7E5AB85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685"/>
            <a:ext cx="10515600" cy="5441315"/>
          </a:xfrm>
        </p:spPr>
        <p:txBody>
          <a:bodyPr>
            <a:normAutofit fontScale="55000" lnSpcReduction="20000"/>
          </a:bodyPr>
          <a:lstStyle/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menelan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nafsu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Anda </a:t>
            </a:r>
            <a:r>
              <a:rPr lang="en-ID" dirty="0" err="1"/>
              <a:t>akhir-akhir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Menurun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Normal </a:t>
            </a:r>
          </a:p>
          <a:p>
            <a:pPr lvl="1"/>
            <a:r>
              <a:rPr lang="en-ID" dirty="0"/>
              <a:t>Sangat </a:t>
            </a:r>
            <a:r>
              <a:rPr lang="en-ID" dirty="0" err="1"/>
              <a:t>kurang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lemas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kekurangan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sering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badan Anda </a:t>
            </a:r>
            <a:r>
              <a:rPr lang="en-ID" dirty="0" err="1"/>
              <a:t>menurun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terakhir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	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yakin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/>
              <a:t>Saat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bagaimana</a:t>
            </a:r>
            <a:r>
              <a:rPr lang="en-ID" dirty="0"/>
              <a:t> Anda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Makan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Porsi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Mengandalkan</a:t>
            </a:r>
            <a:r>
              <a:rPr lang="en-ID" dirty="0"/>
              <a:t> </a:t>
            </a:r>
            <a:r>
              <a:rPr lang="en-ID" dirty="0" err="1"/>
              <a:t>cairan</a:t>
            </a:r>
            <a:r>
              <a:rPr lang="en-ID" dirty="0"/>
              <a:t> /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lembut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5069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B82C-5AEF-1B53-5C84-322D3A94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89941" cy="1344148"/>
          </a:xfrm>
        </p:spPr>
        <p:txBody>
          <a:bodyPr/>
          <a:lstStyle/>
          <a:p>
            <a:r>
              <a:rPr lang="en-ID" b="1" dirty="0"/>
              <a:t>GINJAL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EF5BF6F-0F79-45B0-5798-C86142321212}"/>
              </a:ext>
            </a:extLst>
          </p:cNvPr>
          <p:cNvSpPr txBox="1">
            <a:spLocks/>
          </p:cNvSpPr>
          <p:nvPr/>
        </p:nvSpPr>
        <p:spPr>
          <a:xfrm>
            <a:off x="926592" y="1408176"/>
            <a:ext cx="10515600" cy="50109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menjalani</a:t>
            </a:r>
            <a:r>
              <a:rPr lang="en-ID" dirty="0"/>
              <a:t> </a:t>
            </a:r>
            <a:r>
              <a:rPr lang="en-ID" dirty="0" err="1"/>
              <a:t>cuci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(</a:t>
            </a:r>
            <a:r>
              <a:rPr lang="en-ID" dirty="0" err="1"/>
              <a:t>dialisis</a:t>
            </a:r>
            <a:r>
              <a:rPr lang="en-ID" dirty="0"/>
              <a:t>)? SPLIT MEMBEDAKAN UNTUK PRODUK SUSU NEPHRISOL-D</a:t>
            </a:r>
          </a:p>
          <a:p>
            <a:pPr lvl="1"/>
            <a:r>
              <a:rPr lang="en-ID" dirty="0"/>
              <a:t>Ya, rutin </a:t>
            </a:r>
            <a:r>
              <a:rPr lang="en-ID" dirty="0" err="1"/>
              <a:t>menjalani</a:t>
            </a:r>
            <a:r>
              <a:rPr lang="en-ID" dirty="0"/>
              <a:t> </a:t>
            </a:r>
            <a:r>
              <a:rPr lang="en-ID" dirty="0" err="1"/>
              <a:t>dialisis</a:t>
            </a:r>
            <a:r>
              <a:rPr lang="en-ID" dirty="0"/>
              <a:t> &gt;&gt; </a:t>
            </a:r>
            <a:r>
              <a:rPr lang="en-ID" dirty="0" err="1"/>
              <a:t>nephrisol</a:t>
            </a:r>
            <a:endParaRPr lang="en-ID" dirty="0"/>
          </a:p>
          <a:p>
            <a:pPr lvl="1"/>
            <a:r>
              <a:rPr lang="en-ID" dirty="0"/>
              <a:t>Belum,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ginjal</a:t>
            </a:r>
            <a:r>
              <a:rPr lang="en-ID" dirty="0"/>
              <a:t> &gt;&gt; </a:t>
            </a:r>
            <a:r>
              <a:rPr lang="en-ID" dirty="0" err="1"/>
              <a:t>nephrisol</a:t>
            </a:r>
            <a:r>
              <a:rPr lang="en-ID" dirty="0"/>
              <a:t> D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yakin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diabetes?</a:t>
            </a:r>
          </a:p>
          <a:p>
            <a:pPr lvl="1"/>
            <a:r>
              <a:rPr lang="en-ID" dirty="0"/>
              <a:t>Ya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ada</a:t>
            </a:r>
            <a:endParaRPr lang="en-ID" dirty="0"/>
          </a:p>
          <a:p>
            <a:pPr marL="457200" lvl="1" indent="0">
              <a:buNone/>
            </a:pPr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nafsu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Anda </a:t>
            </a:r>
            <a:r>
              <a:rPr lang="en-ID" dirty="0" err="1"/>
              <a:t>akhir-akhir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Menurun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Normal </a:t>
            </a:r>
          </a:p>
          <a:p>
            <a:pPr lvl="1"/>
            <a:r>
              <a:rPr lang="en-ID" dirty="0"/>
              <a:t>Sangat </a:t>
            </a:r>
            <a:r>
              <a:rPr lang="en-ID" dirty="0" err="1"/>
              <a:t>kurang</a:t>
            </a:r>
            <a:endParaRPr lang="en-ID" dirty="0"/>
          </a:p>
          <a:p>
            <a:pPr marL="457200" lvl="1" indent="0">
              <a:buNone/>
            </a:pPr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lemas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lelah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sering</a:t>
            </a:r>
            <a:r>
              <a:rPr lang="en-ID" dirty="0"/>
              <a:t> 	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marL="457200" lvl="1" indent="0">
              <a:buNone/>
            </a:pPr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membatasi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pantangan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membatasi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pantangan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652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B014-AB5A-023C-0F9A-D5C92990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7C66-AD72-BCE3-564E-3F83A414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578575" cy="1344148"/>
          </a:xfrm>
        </p:spPr>
        <p:txBody>
          <a:bodyPr/>
          <a:lstStyle/>
          <a:p>
            <a:r>
              <a:rPr lang="en-ID" b="1" dirty="0"/>
              <a:t>HATI/LIVER &gt;&gt; </a:t>
            </a:r>
            <a:r>
              <a:rPr lang="en-ID" b="1" dirty="0" err="1"/>
              <a:t>hepatosol</a:t>
            </a:r>
            <a:r>
              <a:rPr lang="en-ID" b="1" dirty="0"/>
              <a:t> dan </a:t>
            </a:r>
            <a:r>
              <a:rPr lang="en-ID" b="1" dirty="0" err="1"/>
              <a:t>hepatosol</a:t>
            </a:r>
            <a:r>
              <a:rPr lang="en-ID" b="1" dirty="0"/>
              <a:t> </a:t>
            </a:r>
            <a:r>
              <a:rPr lang="en-ID" b="1" dirty="0" err="1"/>
              <a:t>lola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71B13B-D2D5-B342-B257-270761AC4900}"/>
              </a:ext>
            </a:extLst>
          </p:cNvPr>
          <p:cNvSpPr txBox="1">
            <a:spLocks/>
          </p:cNvSpPr>
          <p:nvPr/>
        </p:nvSpPr>
        <p:spPr>
          <a:xfrm>
            <a:off x="926592" y="1490472"/>
            <a:ext cx="10515600" cy="4773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hati</a:t>
            </a:r>
            <a:r>
              <a:rPr lang="en-ID" dirty="0"/>
              <a:t>/liver Anda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 </a:t>
            </a:r>
            <a:r>
              <a:rPr lang="en-ID" b="1" dirty="0"/>
              <a:t>SPLIT</a:t>
            </a:r>
          </a:p>
          <a:p>
            <a:pPr lvl="1"/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hati</a:t>
            </a:r>
            <a:r>
              <a:rPr lang="en-ID" dirty="0"/>
              <a:t>/liver </a:t>
            </a:r>
            <a:r>
              <a:rPr lang="en-ID" dirty="0" err="1"/>
              <a:t>ringan</a:t>
            </a:r>
            <a:r>
              <a:rPr lang="en-ID" dirty="0"/>
              <a:t> / </a:t>
            </a:r>
            <a:r>
              <a:rPr lang="en-ID" dirty="0" err="1"/>
              <a:t>kronik</a:t>
            </a:r>
            <a:r>
              <a:rPr lang="en-ID" dirty="0"/>
              <a:t>  --- </a:t>
            </a:r>
            <a:r>
              <a:rPr lang="en-ID" dirty="0" err="1"/>
              <a:t>hepatosol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hati</a:t>
            </a:r>
            <a:r>
              <a:rPr lang="en-ID" dirty="0"/>
              <a:t>/liver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 --- </a:t>
            </a:r>
            <a:r>
              <a:rPr lang="en-ID" dirty="0" err="1"/>
              <a:t>hepatosol</a:t>
            </a:r>
            <a:r>
              <a:rPr lang="en-ID" dirty="0"/>
              <a:t> </a:t>
            </a:r>
            <a:r>
              <a:rPr lang="en-ID" dirty="0" err="1"/>
              <a:t>lola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gejala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lelah</a:t>
            </a:r>
            <a:r>
              <a:rPr lang="en-ID" dirty="0"/>
              <a:t>, </a:t>
            </a:r>
            <a:r>
              <a:rPr lang="en-ID" dirty="0" err="1"/>
              <a:t>mual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perut</a:t>
            </a:r>
            <a:r>
              <a:rPr lang="en-ID" dirty="0"/>
              <a:t> </a:t>
            </a:r>
            <a:r>
              <a:rPr lang="en-ID" dirty="0" err="1"/>
              <a:t>terasa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nyaman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sering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</a:t>
            </a:r>
          </a:p>
          <a:p>
            <a:pPr lvl="1"/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nafsu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Anda </a:t>
            </a:r>
            <a:r>
              <a:rPr lang="en-ID" dirty="0" err="1"/>
              <a:t>akhir-akhir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Menurun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Normal </a:t>
            </a:r>
          </a:p>
          <a:p>
            <a:pPr lvl="1"/>
            <a:r>
              <a:rPr lang="en-ID" dirty="0"/>
              <a:t>Sangat </a:t>
            </a:r>
            <a:r>
              <a:rPr lang="en-ID" dirty="0" err="1"/>
              <a:t>kurang</a:t>
            </a:r>
            <a:endParaRPr lang="en-ID" dirty="0"/>
          </a:p>
          <a:p>
            <a:pPr lvl="1"/>
            <a:endParaRPr lang="en-ID" dirty="0"/>
          </a:p>
          <a:p>
            <a:r>
              <a:rPr lang="sv-SE" dirty="0"/>
              <a:t>Apakah Anda merasa tubuh semakin lemah atau sulit beraktivitas?</a:t>
            </a:r>
          </a:p>
          <a:p>
            <a:pPr lvl="1"/>
            <a:r>
              <a:rPr lang="sv-SE" dirty="0"/>
              <a:t>Ya </a:t>
            </a:r>
          </a:p>
          <a:p>
            <a:pPr lvl="1"/>
            <a:r>
              <a:rPr lang="sv-SE" dirty="0"/>
              <a:t>Sedikit </a:t>
            </a:r>
          </a:p>
          <a:p>
            <a:pPr lvl="1"/>
            <a:r>
              <a:rPr lang="sv-SE" dirty="0"/>
              <a:t>Tidak</a:t>
            </a:r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sangat </a:t>
            </a:r>
            <a:r>
              <a:rPr lang="en-ID" dirty="0" err="1"/>
              <a:t>sulit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7168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0716-703B-2FBB-A6D6-600F27836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3DCA-FCFB-C63D-ADF6-04CE33DB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29544" cy="1325563"/>
          </a:xfrm>
        </p:spPr>
        <p:txBody>
          <a:bodyPr/>
          <a:lstStyle/>
          <a:p>
            <a:r>
              <a:rPr lang="en-ID" b="1" dirty="0"/>
              <a:t>PERNAPASAN &gt;&gt; </a:t>
            </a:r>
            <a:r>
              <a:rPr lang="en-ID" b="1" dirty="0" err="1"/>
              <a:t>pulmosol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7CB680-8467-BBD3-04A1-3D221BA0AE0E}"/>
              </a:ext>
            </a:extLst>
          </p:cNvPr>
          <p:cNvSpPr txBox="1">
            <a:spLocks/>
          </p:cNvSpPr>
          <p:nvPr/>
        </p:nvSpPr>
        <p:spPr>
          <a:xfrm>
            <a:off x="926592" y="1690688"/>
            <a:ext cx="10515600" cy="449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sesak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lelah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beraktivitas</a:t>
            </a:r>
            <a:r>
              <a:rPr lang="en-ID" dirty="0"/>
              <a:t> </a:t>
            </a:r>
            <a:r>
              <a:rPr lang="en-ID" dirty="0" err="1"/>
              <a:t>ringan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sering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</a:t>
            </a:r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lelah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kehabisan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nafsu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Anda </a:t>
            </a:r>
            <a:r>
              <a:rPr lang="en-ID" dirty="0" err="1"/>
              <a:t>akhir-akhir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Menurun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Normal </a:t>
            </a:r>
          </a:p>
          <a:p>
            <a:pPr lvl="1"/>
            <a:r>
              <a:rPr lang="en-ID" dirty="0"/>
              <a:t>Sangat </a:t>
            </a:r>
            <a:r>
              <a:rPr lang="en-ID" dirty="0" err="1"/>
              <a:t>kurang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porsi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napas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nyaman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</a:t>
            </a:r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 Anda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sangat </a:t>
            </a:r>
            <a:r>
              <a:rPr lang="en-ID" dirty="0" err="1"/>
              <a:t>terasa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terganggu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terlalu</a:t>
            </a:r>
            <a:r>
              <a:rPr lang="en-ID" dirty="0"/>
              <a:t> </a:t>
            </a:r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263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53B9-9298-3CC2-F5B0-D82098C5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CDC0-2863-9A01-DBCA-0D165AC1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4422" cy="1325563"/>
          </a:xfrm>
        </p:spPr>
        <p:txBody>
          <a:bodyPr/>
          <a:lstStyle/>
          <a:p>
            <a:r>
              <a:rPr lang="en-ID" b="1" dirty="0"/>
              <a:t>PENCERNAAN</a:t>
            </a:r>
            <a:r>
              <a:rPr lang="en-ID" b="1"/>
              <a:t> &gt;&gt; oligo</a:t>
            </a:r>
            <a:endParaRPr lang="en-ID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74B099-96AF-A321-5214-EA7B8CEDFCF0}"/>
              </a:ext>
            </a:extLst>
          </p:cNvPr>
          <p:cNvSpPr txBox="1">
            <a:spLocks/>
          </p:cNvSpPr>
          <p:nvPr/>
        </p:nvSpPr>
        <p:spPr>
          <a:xfrm>
            <a:off x="926592" y="1690687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Apakah Anda sedang dalam masa pemulihan setelah operasi atau tindakan medis pada pencernaan?</a:t>
            </a:r>
          </a:p>
          <a:p>
            <a:pPr lvl="1"/>
            <a:r>
              <a:rPr lang="sv-SE" dirty="0"/>
              <a:t>Ya </a:t>
            </a:r>
          </a:p>
          <a:p>
            <a:pPr lvl="1"/>
            <a:r>
              <a:rPr lang="sv-SE" dirty="0"/>
              <a:t>Tidak </a:t>
            </a:r>
          </a:p>
          <a:p>
            <a:pPr lvl="1"/>
            <a:endParaRPr lang="sv-SE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mencerna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sering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sv-SE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kembung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</a:t>
            </a:r>
          </a:p>
          <a:p>
            <a:pPr lvl="1"/>
            <a:endParaRPr lang="sv-SE" dirty="0"/>
          </a:p>
          <a:p>
            <a:r>
              <a:rPr lang="fi-FI" dirty="0"/>
              <a:t>Bagaimana nafsu makan Anda saat ini?</a:t>
            </a:r>
          </a:p>
          <a:p>
            <a:pPr lvl="1"/>
            <a:r>
              <a:rPr lang="fi-FI" dirty="0"/>
              <a:t>Menurun </a:t>
            </a:r>
          </a:p>
          <a:p>
            <a:pPr lvl="1"/>
            <a:r>
              <a:rPr lang="fi-FI" dirty="0"/>
              <a:t>Normal </a:t>
            </a:r>
          </a:p>
          <a:p>
            <a:pPr lvl="1"/>
            <a:r>
              <a:rPr lang="fi-FI" dirty="0"/>
              <a:t>Sangat kurang</a:t>
            </a:r>
          </a:p>
          <a:p>
            <a:pPr lvl="1"/>
            <a:endParaRPr lang="sv-SE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lemas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mencerna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</a:t>
            </a:r>
          </a:p>
        </p:txBody>
      </p:sp>
    </p:spTree>
    <p:extLst>
      <p:ext uri="{BB962C8B-B14F-4D97-AF65-F5344CB8AC3E}">
        <p14:creationId xmlns:p14="http://schemas.microsoft.com/office/powerpoint/2010/main" val="54045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0773-2D7A-9C8B-8566-1C135800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15FA-80A8-D717-961A-AAA31425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ANAK / TUMBUH KEMBANG &gt;&gt; </a:t>
            </a:r>
            <a:r>
              <a:rPr lang="en-ID" b="1" dirty="0" err="1"/>
              <a:t>entrakid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A5879A-6AF9-D12A-2101-C29AC5858BDC}"/>
              </a:ext>
            </a:extLst>
          </p:cNvPr>
          <p:cNvSpPr txBox="1">
            <a:spLocks/>
          </p:cNvSpPr>
          <p:nvPr/>
        </p:nvSpPr>
        <p:spPr>
          <a:xfrm>
            <a:off x="926592" y="1690688"/>
            <a:ext cx="10515600" cy="449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Berapa</a:t>
            </a:r>
            <a:r>
              <a:rPr lang="en-ID" dirty="0"/>
              <a:t>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anak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1-5 </a:t>
            </a:r>
            <a:r>
              <a:rPr lang="en-ID" dirty="0" err="1"/>
              <a:t>tahun</a:t>
            </a:r>
            <a:endParaRPr lang="en-ID" dirty="0"/>
          </a:p>
          <a:p>
            <a:pPr lvl="1"/>
            <a:r>
              <a:rPr lang="en-ID" dirty="0"/>
              <a:t>6-12 </a:t>
            </a:r>
            <a:r>
              <a:rPr lang="en-ID" dirty="0" err="1"/>
              <a:t>tahun</a:t>
            </a:r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anak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susah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pilih-pilih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Susah </a:t>
            </a:r>
            <a:r>
              <a:rPr lang="en-ID" dirty="0" err="1"/>
              <a:t>makan</a:t>
            </a:r>
            <a:endParaRPr lang="en-ID" dirty="0"/>
          </a:p>
          <a:p>
            <a:pPr lvl="1"/>
            <a:r>
              <a:rPr lang="en-ID" dirty="0"/>
              <a:t>Makan normal</a:t>
            </a:r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badan </a:t>
            </a:r>
            <a:r>
              <a:rPr lang="en-ID" dirty="0" err="1"/>
              <a:t>anak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naik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cenderung</a:t>
            </a:r>
            <a:r>
              <a:rPr lang="en-ID" dirty="0"/>
              <a:t> </a:t>
            </a:r>
            <a:r>
              <a:rPr lang="en-ID" dirty="0" err="1"/>
              <a:t>stagnan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/>
              <a:t>Tidak</a:t>
            </a:r>
          </a:p>
          <a:p>
            <a:r>
              <a:rPr lang="en-ID" dirty="0"/>
              <a:t>Apa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anak</a:t>
            </a:r>
            <a:r>
              <a:rPr lang="en-ID" dirty="0"/>
              <a:t> Bapak/Ibu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Menambah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badan</a:t>
            </a:r>
          </a:p>
          <a:p>
            <a:pPr lvl="1"/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tumbuh</a:t>
            </a:r>
            <a:r>
              <a:rPr lang="en-ID" dirty="0"/>
              <a:t> </a:t>
            </a:r>
            <a:r>
              <a:rPr lang="en-ID" dirty="0" err="1"/>
              <a:t>kembang</a:t>
            </a:r>
            <a:r>
              <a:rPr lang="en-ID" dirty="0"/>
              <a:t> optimal</a:t>
            </a:r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 </a:t>
            </a:r>
            <a:r>
              <a:rPr lang="en-ID" dirty="0" err="1"/>
              <a:t>anak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terpenuhi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optimal </a:t>
            </a:r>
          </a:p>
          <a:p>
            <a:pPr lvl="1"/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cukup</a:t>
            </a:r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anak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lelah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/>
              <a:t>Tidak</a:t>
            </a:r>
          </a:p>
          <a:p>
            <a:pPr marL="457200" lvl="1" indent="0">
              <a:buNone/>
            </a:pPr>
            <a:endParaRPr lang="en-ID" dirty="0"/>
          </a:p>
          <a:p>
            <a:pPr marL="457200" lvl="1" indent="0">
              <a:buNone/>
            </a:pPr>
            <a:r>
              <a:rPr lang="en-ID" dirty="0"/>
              <a:t>MERAKIDS = MEWARNAI, ORIGAMI, </a:t>
            </a:r>
          </a:p>
        </p:txBody>
      </p:sp>
    </p:spTree>
    <p:extLst>
      <p:ext uri="{BB962C8B-B14F-4D97-AF65-F5344CB8AC3E}">
        <p14:creationId xmlns:p14="http://schemas.microsoft.com/office/powerpoint/2010/main" val="2968884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10F82-AB10-B919-8EE0-32AB866A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F22B-BA64-E1EB-2089-AFF7FAF9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Jaga Kesehatan &amp; Daya Tahan </a:t>
            </a:r>
            <a:r>
              <a:rPr lang="en-ID" b="1" dirty="0" err="1"/>
              <a:t>Tubuh</a:t>
            </a:r>
            <a:endParaRPr lang="en-ID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2D879-B59D-0D6A-315D-A2B33E4F79B1}"/>
              </a:ext>
            </a:extLst>
          </p:cNvPr>
          <p:cNvSpPr txBox="1">
            <a:spLocks/>
          </p:cNvSpPr>
          <p:nvPr/>
        </p:nvSpPr>
        <p:spPr>
          <a:xfrm>
            <a:off x="926592" y="1690688"/>
            <a:ext cx="10515600" cy="501186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mengonsumsi</a:t>
            </a:r>
            <a:r>
              <a:rPr lang="en-ID" dirty="0"/>
              <a:t> susu?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 susu </a:t>
            </a:r>
            <a:r>
              <a:rPr lang="en-ID" dirty="0">
                <a:sym typeface="Wingdings" panose="05000000000000000000" pitchFamily="2" charset="2"/>
              </a:rPr>
              <a:t> ENTRAMIX</a:t>
            </a:r>
            <a:endParaRPr lang="en-ID" dirty="0"/>
          </a:p>
          <a:p>
            <a:pPr lvl="1"/>
            <a:r>
              <a:rPr lang="en-ID" dirty="0"/>
              <a:t>Tidak,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 susu </a:t>
            </a:r>
            <a:r>
              <a:rPr lang="en-ID" dirty="0">
                <a:sym typeface="Wingdings" panose="05000000000000000000" pitchFamily="2" charset="2"/>
              </a:rPr>
              <a:t> ENTRASOY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 Anda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menjalani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Sering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lemas</a:t>
            </a:r>
            <a:r>
              <a:rPr lang="en-ID" dirty="0"/>
              <a:t> /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lelah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stabil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Baik dan </a:t>
            </a:r>
            <a:r>
              <a:rPr lang="en-ID" dirty="0" err="1"/>
              <a:t>bertenaga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asupan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seimbang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Belum </a:t>
            </a:r>
            <a:r>
              <a:rPr lang="en-ID" dirty="0" err="1"/>
              <a:t>cukup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Cukup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</a:p>
          <a:p>
            <a:pPr lvl="1"/>
            <a:endParaRPr lang="en-ID" dirty="0"/>
          </a:p>
          <a:p>
            <a:r>
              <a:rPr lang="en-ID" dirty="0" err="1"/>
              <a:t>Seberapa</a:t>
            </a:r>
            <a:r>
              <a:rPr lang="en-ID" dirty="0"/>
              <a:t> </a:t>
            </a:r>
            <a:r>
              <a:rPr lang="en-ID" dirty="0" err="1"/>
              <a:t>teratur</a:t>
            </a:r>
            <a:r>
              <a:rPr lang="en-ID" dirty="0"/>
              <a:t> Anda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teratur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teratur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Sangat </a:t>
            </a:r>
            <a:r>
              <a:rPr lang="en-ID" dirty="0" err="1"/>
              <a:t>teratur</a:t>
            </a:r>
            <a:endParaRPr lang="en-ID" dirty="0"/>
          </a:p>
          <a:p>
            <a:pPr lvl="1"/>
            <a:endParaRPr lang="en-ID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tahan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menurun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Ya,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en-ID" dirty="0"/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02224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11F1-76B3-FE8E-4767-D0916638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3DB5-177B-3AE5-D8B2-28711CB7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RECOVERY/PEMULIHAN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DCEE7D-A56F-B258-D20F-4D00CD9E1CE6}"/>
              </a:ext>
            </a:extLst>
          </p:cNvPr>
          <p:cNvSpPr txBox="1">
            <a:spLocks/>
          </p:cNvSpPr>
          <p:nvPr/>
        </p:nvSpPr>
        <p:spPr>
          <a:xfrm>
            <a:off x="926592" y="1489520"/>
            <a:ext cx="10515600" cy="503929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Apakah Anda sedang dalam masa pemulihan setelah sakit atau operasi?</a:t>
            </a:r>
          </a:p>
          <a:p>
            <a:pPr lvl="1"/>
            <a:r>
              <a:rPr lang="sv-SE" dirty="0"/>
              <a:t>Ya , dalam proses pemulihan</a:t>
            </a:r>
          </a:p>
          <a:p>
            <a:pPr lvl="1"/>
            <a:r>
              <a:rPr lang="sv-SE" dirty="0"/>
              <a:t>Tidak </a:t>
            </a:r>
          </a:p>
          <a:p>
            <a:pPr lvl="1"/>
            <a:endParaRPr lang="sv-SE" dirty="0"/>
          </a:p>
          <a:p>
            <a:r>
              <a:rPr lang="fi-FI" dirty="0"/>
              <a:t>Bagaimana nafsu makan Anda saat ini?</a:t>
            </a:r>
          </a:p>
          <a:p>
            <a:pPr lvl="1"/>
            <a:r>
              <a:rPr lang="fi-FI" dirty="0"/>
              <a:t>Menurun </a:t>
            </a:r>
          </a:p>
          <a:p>
            <a:pPr lvl="1"/>
            <a:r>
              <a:rPr lang="fi-FI" dirty="0"/>
              <a:t>Normal </a:t>
            </a:r>
          </a:p>
          <a:p>
            <a:pPr lvl="1"/>
            <a:r>
              <a:rPr lang="fi-FI" dirty="0"/>
              <a:t>Sangat kurang</a:t>
            </a:r>
          </a:p>
          <a:p>
            <a:pPr lvl="1"/>
            <a:endParaRPr lang="fi-FI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porsi</a:t>
            </a:r>
            <a:r>
              <a:rPr lang="en-ID" dirty="0"/>
              <a:t> normal?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sv-SE" dirty="0"/>
          </a:p>
          <a:p>
            <a:r>
              <a:rPr lang="en-ID" dirty="0" err="1"/>
              <a:t>Apakah</a:t>
            </a:r>
            <a:r>
              <a:rPr lang="en-ID" dirty="0"/>
              <a:t> Anda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lemas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?</a:t>
            </a:r>
          </a:p>
          <a:p>
            <a:pPr lvl="1"/>
            <a:r>
              <a:rPr lang="en-ID" dirty="0"/>
              <a:t>Ya </a:t>
            </a:r>
          </a:p>
          <a:p>
            <a:pPr lvl="1"/>
            <a:r>
              <a:rPr lang="en-ID" dirty="0" err="1"/>
              <a:t>Kadang-kadang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Tidak </a:t>
            </a:r>
          </a:p>
          <a:p>
            <a:pPr lvl="1"/>
            <a:endParaRPr lang="fi-FI" dirty="0"/>
          </a:p>
          <a:p>
            <a:r>
              <a:rPr lang="en-ID" dirty="0"/>
              <a:t>Saat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bagaimana</a:t>
            </a:r>
            <a:r>
              <a:rPr lang="en-ID" dirty="0"/>
              <a:t> Anda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?</a:t>
            </a:r>
          </a:p>
          <a:p>
            <a:pPr lvl="1"/>
            <a:r>
              <a:rPr lang="en-ID" dirty="0" err="1"/>
              <a:t>Porsi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</a:p>
          <a:p>
            <a:pPr lvl="1"/>
            <a:r>
              <a:rPr lang="en-ID" dirty="0"/>
              <a:t>Makan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 </a:t>
            </a:r>
          </a:p>
          <a:p>
            <a:pPr lvl="1"/>
            <a:r>
              <a:rPr lang="en-ID" dirty="0" err="1"/>
              <a:t>Mengandalkan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lembut</a:t>
            </a:r>
            <a:r>
              <a:rPr lang="en-ID" dirty="0"/>
              <a:t> / </a:t>
            </a:r>
            <a:r>
              <a:rPr lang="en-ID" dirty="0" err="1"/>
              <a:t>cair</a:t>
            </a:r>
            <a:endParaRPr lang="en-ID" dirty="0"/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1796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1296-EC44-53B7-BF11-6F7AB005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SCREEN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9C58-8149-ED6B-C0F2-310118F52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0615"/>
          </a:xfrm>
        </p:spPr>
        <p:txBody>
          <a:bodyPr>
            <a:normAutofit lnSpcReduction="10000"/>
          </a:bodyPr>
          <a:lstStyle/>
          <a:p>
            <a:r>
              <a:rPr lang="en-ID" b="1" dirty="0"/>
              <a:t>Headline: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	</a:t>
            </a:r>
            <a:r>
              <a:rPr lang="en-ID" dirty="0" err="1"/>
              <a:t>Menyiapkan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Anda…</a:t>
            </a:r>
          </a:p>
          <a:p>
            <a:r>
              <a:rPr lang="en-ID" b="1" dirty="0"/>
              <a:t>Subtext: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	Kami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menyesuaikan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	</a:t>
            </a:r>
            <a:r>
              <a:rPr lang="en-ID" dirty="0" err="1"/>
              <a:t>jawaban</a:t>
            </a:r>
            <a:r>
              <a:rPr lang="en-ID" dirty="0"/>
              <a:t> Anda</a:t>
            </a:r>
          </a:p>
        </p:txBody>
      </p:sp>
    </p:spTree>
    <p:extLst>
      <p:ext uri="{BB962C8B-B14F-4D97-AF65-F5344CB8AC3E}">
        <p14:creationId xmlns:p14="http://schemas.microsoft.com/office/powerpoint/2010/main" val="427867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816</Words>
  <Application>Microsoft Office PowerPoint</Application>
  <PresentationFormat>Widescreen</PresentationFormat>
  <Paragraphs>220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ASSESMENT MEDICAL NUTRIENCE</vt:lpstr>
      <vt:lpstr>Hero Section &gt; Interactive Input</vt:lpstr>
      <vt:lpstr>Hero Section &gt; Interactive Input</vt:lpstr>
      <vt:lpstr>STROKE / ALZHEIMER &gt;&gt; peptibren</vt:lpstr>
      <vt:lpstr>GINJAL</vt:lpstr>
      <vt:lpstr>HATI/LIVER &gt;&gt; hepatosol dan hepatosol lola</vt:lpstr>
      <vt:lpstr>PERNAPASAN &gt;&gt; pulmosol</vt:lpstr>
      <vt:lpstr>PENCERNAAN &gt;&gt; oligo</vt:lpstr>
      <vt:lpstr>ANAK / TUMBUH KEMBANG &gt;&gt; entrakid</vt:lpstr>
      <vt:lpstr>Jaga Kesehatan &amp; Daya Tahan Tubuh</vt:lpstr>
      <vt:lpstr>RECOVERY/PEMULIHAN</vt:lpstr>
      <vt:lpstr>LOADING SCREEN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Dionisius Wisnu Indarto</dc:creator>
  <cp:lastModifiedBy>Dionisius Wisnu Indarto</cp:lastModifiedBy>
  <cp:revision>18</cp:revision>
  <dcterms:created xsi:type="dcterms:W3CDTF">2026-03-24T02:50:35Z</dcterms:created>
  <dcterms:modified xsi:type="dcterms:W3CDTF">2026-06-04T03:48:02Z</dcterms:modified>
</cp:coreProperties>
</file>